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6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大模型部署与推理服务</a:t>
            </a:r>
          </a:p>
          <a:p>
            <a:pPr>
              <a:spcBef>
                <a:spcPts val="1400"/>
              </a:spcBef>
              <a:defRPr sz="1800">
                <a:solidFill>
                  <a:srgbClr val="5B9BD5"/>
                </a:solidFill>
              </a:defRPr>
            </a:pPr>
            <a:r>
              <a:t>AIGC 大模型部署与微调实训 · 课件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了解主流推理部署框架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掌握量化与并发的权衡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能完成一次推理服务上线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API 服务：vLLM / TGI / Ollama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本地嵌入：GGUF / GGML 量化模型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边缘端：int4 / int8 量化部署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性能指标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首 token 延迟（TTFT）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每秒生成 token 数（TPS）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并发数与显存占用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上线流程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选择量化方案 → 加载模型权重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启动推理服务并配置网关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压测：构造并发请求验证吞吐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OOM：降并发 / 升量化等级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响应慢：调大 batch / 使用 PagedAttention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