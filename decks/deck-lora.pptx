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2743200"/>
            <a:ext cx="2011680" cy="60000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LoRA 低秩微调原理</a:t>
            </a:r>
          </a:p>
          <a:p>
            <a:pPr>
              <a:spcBef>
                <a:spcPts val="1400"/>
              </a:spcBef>
              <a:defRPr sz="1800">
                <a:solidFill>
                  <a:srgbClr val="5B9BD5"/>
                </a:solidFill>
              </a:defRPr>
            </a:pPr>
            <a:r>
              <a:t>AIGC 大模型部署与微调实训 · 课件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学习目标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理解全参微调与参数高效微调的区别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掌握低秩分解 W≈BA 的数学形式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能配置 rank / alpha 等关键超参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冻结原模型权重，仅训练旁路低秩矩阵 A、B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可训练参数量降至 r×(d+k)，显存大幅下降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推理时可合并权重，无额外延迟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关键超参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rank(r)：低秩矩阵的秩，常用 8 / 16 / 64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alpha：缩放系数，通常取 2×rank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学习率：常用 1e-4 ~ 3e-4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实操步骤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准备领域问答数据集 → tokenize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配置 LoRA 适配器并启动训练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监控 loss，合并权重并导出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E54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82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课堂练习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随堂测试：判断 LoRA 是否更新原权重</a:t>
            </a:r>
          </a:p>
          <a:p>
            <a:pPr>
              <a:spcAft>
                <a:spcPts val="1200"/>
              </a:spcAft>
              <a:defRPr sz="2000">
                <a:solidFill>
                  <a:srgbClr val="595959"/>
                </a:solidFill>
              </a:defRPr>
            </a:pPr>
            <a:r>
              <a:t>•  小组讨论：rank 过大或过小的影响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30936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B9BD5"/>
                </a:solidFill>
              </a:defRPr>
            </a:pPr>
            <a:r>
              <a:t>燃知教学平台 · AI 生成课件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