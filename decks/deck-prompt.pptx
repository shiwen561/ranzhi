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6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Prompt 工程基础</a:t>
            </a:r>
          </a:p>
          <a:p>
            <a:pPr>
              <a:spcBef>
                <a:spcPts val="1400"/>
              </a:spcBef>
              <a:defRPr sz="1800">
                <a:solidFill>
                  <a:srgbClr val="5B9BD5"/>
                </a:solidFill>
              </a:defRPr>
            </a:pPr>
            <a:r>
              <a:t>AIGC 大模型部署与微调实训 · 课件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理解 Prompt 对输出质量的影响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掌握角色 / 任务 / 约束三段式写法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能设计并迭代一条教学用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基本结构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角色：你是一名资深会计教师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任务：请讲解权责发生制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约束：面向高职学生，200 字以内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常用技巧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给出示例（Few-shot）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要求分步推理（CoT）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限定输出格式（JSON / 表格）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反例对比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模糊指令导致输出空泛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缺少约束导致跑题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迭代：根据 bad case 改写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课堂任务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为"增值税计算"设计一条 Prompt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小组互评并迭代优化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